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edff4e24-d042-2c14-e6ed-45bf5de85241}">
          <p14:sldIdLst>
            <p14:sldId id="256"/>
          </p14:sldIdLst>
        </p14:section>
        <p14:section name="Part 1 Funnel" id="{6e51d43d-a8d6-b352-6a08-0526c4eba922}">
          <p14:sldIdLst>
            <p14:sldId id="257"/>
            <p14:sldId id="258"/>
          </p14:sldIdLst>
        </p14:section>
        <p14:section name="Part 2 Channels &amp; budget" id="{3326d6cd-e9a4-d31b-23f2-96794002a429}">
          <p14:sldIdLst>
            <p14:sldId id="259"/>
            <p14:sldId id="260"/>
            <p14:sldId id="261"/>
          </p14:sldIdLst>
        </p14:section>
        <p14:section name="Part 3 New sources" id="{094779ac-35d8-8611-4551-8ebd1544b707}">
          <p14:sldIdLst>
            <p14:sldId id="262"/>
          </p14:sldIdLst>
        </p14:section>
        <p14:section name="Part 4 Run it" id="{8b66d83d-d770-5d8f-d15e-02ff52301a8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43; week 7 is Tue 1 Dec only (last assessment day, 8 slots). Rediscovery re-applicants (waves 21 Oct, 26 Oct and 2 Nov)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€2.6k.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 (my judgement: capacity allows 30, but slower and at €1,000–1,500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2026-10-08T19:58:14Z</dcterms:created>
  <dcterms:modified xsi:type="dcterms:W3CDTF">2026-10-08T19:58:14Z</dcterms:modified>
</cp:coreProperties>
</file>