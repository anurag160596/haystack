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7945eef3-b949-c68e-8198-e1b04d6400ae}">
          <p14:sldIdLst>
            <p14:sldId id="256"/>
          </p14:sldIdLst>
        </p14:section>
        <p14:section name="Part 1 Funnel" id="{f4f7ecf5-d61e-ef9f-6fda-904ed589cde3}">
          <p14:sldIdLst>
            <p14:sldId id="257"/>
            <p14:sldId id="258"/>
          </p14:sldIdLst>
        </p14:section>
        <p14:section name="Part 2 Channels &amp; budget" id="{7743f578-a711-e64b-0a97-5fbace36e591}">
          <p14:sldIdLst>
            <p14:sldId id="259"/>
            <p14:sldId id="260"/>
            <p14:sldId id="261"/>
          </p14:sldIdLst>
        </p14:section>
        <p14:section name="Part 3 New sources" id="{a314cee0-95e9-8b70-892f-6bfc26610c85}">
          <p14:sldIdLst>
            <p14:sldId id="262"/>
          </p14:sldIdLst>
        </p14:section>
        <p14:section name="Part 4 Run it" id="{1bf77cf0-48c7-6e52-58eb-b2c669fd35b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43; week 7 is Tue 1 Dec only (last assessment day, 8 slots). Rediscovery re-applicants (waves 21 Oct, 26 Oct and 2 Nov)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€2.6k.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 (my judgement: capacity allows 30, but slower and at €1,000–1,500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2026-10-08T19:39:18Z</dcterms:created>
  <dcterms:modified xsi:type="dcterms:W3CDTF">2026-10-08T19:39:18Z</dcterms:modified>
</cp:coreProperties>
</file>