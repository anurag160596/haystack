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512c0325-63bd-2124-7305-7cc4b400a1b9}">
          <p14:sldIdLst>
            <p14:sldId id="256"/>
          </p14:sldIdLst>
        </p14:section>
        <p14:section name="Part 1 Funnel" id="{c5af8bb1-9ac0-7224-4e31-5faeaf5bfdf8}">
          <p14:sldIdLst>
            <p14:sldId id="257"/>
            <p14:sldId id="258"/>
          </p14:sldIdLst>
        </p14:section>
        <p14:section name="Part 2 Channels &amp; budget" id="{a5496b52-d5be-64be-f374-bff54b2aed5f}">
          <p14:sldIdLst>
            <p14:sldId id="259"/>
            <p14:sldId id="260"/>
            <p14:sldId id="261"/>
          </p14:sldIdLst>
        </p14:section>
        <p14:section name="Part 3 New sources" id="{2124ba60-6187-0667-504c-409cf81817be}">
          <p14:sldIdLst>
            <p14:sldId id="262"/>
          </p14:sldIdLst>
        </p14:section>
        <p14:section name="Part 4 Run it" id="{6fe372e7-78b2-19ab-a03c-22831a4fc1f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19549</c:v>
                </c:pt>
                <c:pt idx="1">
                  <c:v>11334</c:v>
                </c:pt>
                <c:pt idx="2">
                  <c:v>14055</c:v>
                </c:pt>
                <c:pt idx="3">
                  <c:v>14438</c:v>
                </c:pt>
                <c:pt idx="4">
                  <c:v>13941</c:v>
                </c:pt>
                <c:pt idx="5">
                  <c:v>1566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2467</c:v>
                </c:pt>
                <c:pt idx="4">
                  <c:v>1782</c:v>
                </c:pt>
                <c:pt idx="5">
                  <c:v>1980</c:v>
                </c:pt>
                <c:pt idx="6">
                  <c:v>2078</c:v>
                </c:pt>
                <c:pt idx="7">
                  <c:v>2381</c:v>
                </c:pt>
                <c:pt idx="8">
                  <c:v>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Per channel × role: Channels tab (cost per qualified col O, per hire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€4.8k.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it fails: budget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employer holds past applicants who consented to be kept on file, and nobody re-markets them. Here ~211 records cost ~€14 per hire and fill week-1 slots. Joveo already runs the tracked links and distribution, so a consented past-applicant feed is one more source in the same pipeline,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2026-10-09T14:56:58Z</dcterms:created>
  <dcterms:modified xsi:type="dcterms:W3CDTF">2026-10-09T14:56:58Z</dcterms:modified>
</cp:coreProperties>
</file>