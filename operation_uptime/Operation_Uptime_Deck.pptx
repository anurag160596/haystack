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eb02dada-b911-1ff0-dc16-f427edafb414}">
          <p14:sldIdLst>
            <p14:sldId id="256"/>
          </p14:sldIdLst>
        </p14:section>
        <p14:section name="Part 1 Funnel" id="{913a2bc7-2828-f388-da77-4e2345fcd06b}">
          <p14:sldIdLst>
            <p14:sldId id="257"/>
            <p14:sldId id="258"/>
          </p14:sldIdLst>
        </p14:section>
        <p14:section name="Part 2 Channels &amp; budget" id="{f4a86167-7bbd-4b65-4294-627187c83646}">
          <p14:sldIdLst>
            <p14:sldId id="259"/>
            <p14:sldId id="260"/>
            <p14:sldId id="261"/>
          </p14:sldIdLst>
        </p14:section>
        <p14:section name="Part 3 New sources" id="{f1035cb5-55eb-9169-b1cc-8ea76e1ddf1d}">
          <p14:sldIdLst>
            <p14:sldId id="262"/>
          </p14:sldIdLst>
        </p14:section>
        <p14:section name="Part 4 Run it" id="{62daabf8-4e46-0b80-aaa1-eb58439c695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6858</c:v>
                </c:pt>
                <c:pt idx="1">
                  <c:v>11006</c:v>
                </c:pt>
                <c:pt idx="2">
                  <c:v>13646</c:v>
                </c:pt>
                <c:pt idx="3">
                  <c:v>13639</c:v>
                </c:pt>
                <c:pt idx="4">
                  <c:v>14018</c:v>
                </c:pt>
                <c:pt idx="5">
                  <c:v>13247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888</c:v>
                </c:pt>
                <c:pt idx="4">
                  <c:v>1559</c:v>
                </c:pt>
                <c:pt idx="5">
                  <c:v>1983</c:v>
                </c:pt>
                <c:pt idx="6">
                  <c:v>2032</c:v>
                </c:pt>
                <c:pt idx="7">
                  <c:v>2082</c:v>
                </c:pt>
                <c:pt idx="8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(€117.5k)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(€82.25k)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44.7</c:v>
                </c:pt>
                <c:pt idx="2">
                  <c:v>14.5</c:v>
                </c:pt>
                <c:pt idx="3">
                  <c:v>6.8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€99.8k plan + €17.7k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€998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(€1,175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every paid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qualified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1,619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biggest scarce block: 30 hires, 38% of the money.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Supervisors cost more per hire but are only 10, with internal promotion as a fallback.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72000"/>
            <a:ext cx="5605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30% worse means 440 qualified applicants for 314 slots, so only ~71 can be hired. Spending more doesn't help. A weaker share qualified or dearer clicks only cost money (+43% / +30% media), not hires.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10972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€1,963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Every paid channel gets a €750 test first; the dearest (Search, most programmatic) stay at test level.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€99.8k planned across roles and weeks, plus a €17.7k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€9.0k in weeks 1–2 (€750 per paid channel and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€17.7k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Spend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Weeks 1–2 carry the tests, StepStone ads and set-up; weekly spend then follows the pacing that keeps assessments within 55 a week.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6.8 of 10, automation 14.5 of 15, mechatronics 44.7 of 45.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hires, mostly electricians, the people who keep the lines running. Keep it. If you must cut, cover supervisors by internal promotion and protect electricians.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and already wanted Tesla;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€11.0k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≥10 qualified. Kill: &lt;6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segments, tracked links. Client: GDPR-checked export,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€3.9k. Pass: ≥4 qualified at ≤€500. Kill: &lt;3, &gt;€670 per qualified, or profile rejected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quiz, copy;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~2,000 Polish trade workers already commute to Brandenburg; the call checks language before using our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freelancer, call script. Client: approve the Polish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holds consenting past applicants that nobody re-markets. Here 211 records cost ~€14 per hire and fill week-1 slots. Joveo could add them as one more tracked source in any market, with no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Spend → applications → qualified → assessed → passed → offers → signed, by source × role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 after 10 interviews: if low → sharper screening,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(€127.5k)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Polish ads + freelancer;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2026-10-09T10:56:07Z</dcterms:created>
  <dcterms:modified xsi:type="dcterms:W3CDTF">2026-10-09T10:56:07Z</dcterms:modified>
</cp:coreProperties>
</file>