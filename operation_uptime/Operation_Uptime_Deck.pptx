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581bceb2-2a05-6c9a-ae0d-a3eb8ee37cb6}">
          <p14:sldIdLst>
            <p14:sldId id="256"/>
          </p14:sldIdLst>
        </p14:section>
        <p14:section name="Part 1 Funnel" id="{07c4c5de-e699-646c-7d4e-71211a21c487}">
          <p14:sldIdLst>
            <p14:sldId id="257"/>
            <p14:sldId id="258"/>
          </p14:sldIdLst>
        </p14:section>
        <p14:section name="Part 2 Channels &amp; budget" id="{27d300ca-c76c-cf70-0eeb-e7d7f41e29f8}">
          <p14:sldIdLst>
            <p14:sldId id="259"/>
            <p14:sldId id="260"/>
            <p14:sldId id="261"/>
          </p14:sldIdLst>
        </p14:section>
        <p14:section name="Part 3 New sources" id="{0e7b1f20-4734-bf07-d882-92b728cc8750}">
          <p14:sldIdLst>
            <p14:sldId id="262"/>
          </p14:sldIdLst>
        </p14:section>
        <p14:section name="Part 4 Run it" id="{bb78509b-9802-d8e1-1ae6-31877147b0b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At German process pace (8 + 12 days): ~92 hires;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€135k; if referrals deliver half: €130k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one client trainer runs the 2–4 week bridge course for the ~8 hires (≈15 person-days, client-funded onboarding)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2026-10-09T17:02:14Z</dcterms:created>
  <dcterms:modified xsi:type="dcterms:W3CDTF">2026-10-09T17:02:14Z</dcterms:modified>
</cp:coreProperties>
</file>