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419a3669-44ab-ed75-820e-f6c8f08a2b0e}">
          <p14:sldIdLst>
            <p14:sldId id="256"/>
          </p14:sldIdLst>
        </p14:section>
        <p14:section name="Part 1 Funnel" id="{e5bfc387-1ed4-ea49-35f0-167cec35a232}">
          <p14:sldIdLst>
            <p14:sldId id="257"/>
            <p14:sldId id="258"/>
          </p14:sldIdLst>
        </p14:section>
        <p14:section name="Part 2 Channels &amp; budget" id="{a2038b24-3a39-9e48-6d88-ba19ad61abfb}">
          <p14:sldIdLst>
            <p14:sldId id="259"/>
            <p14:sldId id="260"/>
            <p14:sldId id="261"/>
          </p14:sldIdLst>
        </p14:section>
        <p14:section name="Part 3 New sources" id="{b7a4091e-7f74-17cc-a65f-334645a97f69}">
          <p14:sldIdLst>
            <p14:sldId id="262"/>
          </p14:sldIdLst>
        </p14:section>
        <p14:section name="Part 4 Run it" id="{8171a141-a7a8-3c7e-ddc6-512fe70ab19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54</c:v>
                </c:pt>
                <c:pt idx="2">
                  <c:v>54</c:v>
                </c:pt>
                <c:pt idx="3">
                  <c:v>53</c:v>
                </c:pt>
                <c:pt idx="4">
                  <c:v>54</c:v>
                </c:pt>
                <c:pt idx="5">
                  <c:v>54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6858</c:v>
                </c:pt>
                <c:pt idx="1">
                  <c:v>11006</c:v>
                </c:pt>
                <c:pt idx="2">
                  <c:v>13646</c:v>
                </c:pt>
                <c:pt idx="3">
                  <c:v>13639</c:v>
                </c:pt>
                <c:pt idx="4">
                  <c:v>14018</c:v>
                </c:pt>
                <c:pt idx="5">
                  <c:v>13247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888</c:v>
                </c:pt>
                <c:pt idx="4">
                  <c:v>1559</c:v>
                </c:pt>
                <c:pt idx="5">
                  <c:v>1983</c:v>
                </c:pt>
                <c:pt idx="6">
                  <c:v>2032</c:v>
                </c:pt>
                <c:pt idx="7">
                  <c:v>2082</c:v>
                </c:pt>
                <c:pt idx="8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25.1</c:v>
                </c:pt>
                <c:pt idx="2">
                  <c:v>20.6</c:v>
                </c:pt>
                <c:pt idx="3">
                  <c:v>20.6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44.7</c:v>
                </c:pt>
                <c:pt idx="2">
                  <c:v>44.7</c:v>
                </c:pt>
                <c:pt idx="3">
                  <c:v>37.8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14.5</c:v>
                </c:pt>
                <c:pt idx="2">
                  <c:v>14.5</c:v>
                </c:pt>
                <c:pt idx="3">
                  <c:v>14.5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9.6</c:v>
                </c:pt>
                <c:pt idx="2">
                  <c:v>6.8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€99.8k planned + €17.7k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(≤€1,175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(308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(€82.25k): ~87 hires; electricians fall short first (20.6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8.4 · Meta 6.3 · organic 5.9 · referrals 3.3 · programmatic 2.9 · other 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10.4 · Meta 7.0 · referrals 5.0 · StepStone 2.0 · other 2.6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9.5 · organic 2.7 · referrals 1.6 · rediscovery 0.7 · tests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6.6 · organic 1.4 · referrals 1.1 · rediscovery 0.5 · tests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€99.8k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€17.7k reserve = €117.5k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LinkedIn → Meta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+9 slots/wk (64/wk → 85% use, the utilisation standard).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~8 of 30 need your OK on construction electricians by 23 Oct; without them programmatic ads fill the gap and the budget rises to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Oct–30 Nov (+9 to reach 85% use)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308 qualified / 1,619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53–54 of 55; week 6: 54; assessments end Mon 30 Nov. Rediscovery re-applicants (waves 21 Oct, 26 Oct and 2 Nov) and the €750 tests fill weeks 1–2, so regular spend ramps 9%, 14%, 18%, then 18–22%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38%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440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~7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5.9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1.9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1.1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€1,329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€1,704 · 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€1,446 · 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€1,893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€583 / €2,451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€1,505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€464 / €1,949 · 6.6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€2,133 · 6.3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€1,810 · 7.0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€2,272 · 2.9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€1,927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€2,524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€778 / €3,268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€3,201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€2,716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€3,557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€1,096 / €4,606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 (cost per hire includes set-up: I2 €1,200, I3 €400). Joveo upside: Joveo's published manufacturing cases cut cost per application by 17–32%; applied to programmatic, the budget falls to €112.5k–€107.5k (model runs).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cost per application, DACH medians: Indeed €161, Google €179, LinkedIn €96, Meta €84 (TalentBait 2024–26) · StepStone €1,449/ad, 12 applications per ad · share qualified: IAB 2026 (28%), channel index from IAB 2025 (job boards 0.90, careers page 0.71, social 0.50) · volume caps: channel reach (Trendence 2023: Indeed 36%, LinkedIn 15%) × in-market pool (BA 2025, Gallup 11%) · Meta volumes: Redline 2024–26. Every input's source or derivation is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€99.8k planned across roles and weeks, plus €17.7k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€70.7k paid channels (incl. €9.0k tests) + €27.4k initiative media, pre-screen calls and bonuses + €1.6k set-up = €99.8k. Reserve: 15% of €117.4k plus rounding = €17.7k.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€34.3k (29%),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€8.7k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€1,963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still signs ~87;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€99.88k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€58.75k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electricians 20.6 of 30, supervisors 6.8 of 10, automation 14.5 of 15, mechatronics 44.7 of 45. Mechatronics slips to 44.7.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 at ~€2,640 each, mostly electricians, the role that keeps lines running. Keep it. If you must cut, cover supervisors through internal promotion and protect electricians. Above €117.5k,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runners-up from the last year (consented talent pool); the plant's 10,703 staff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still qualified, below the 70% skills match Forrester reports),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€11.0k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≥12 qualified. Kill: &lt;9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€3.9k. Pass: ≥4 qualified at ≤€500. Kill: &lt;2, &gt;€670 per qualified, or profile rejected; week 4: interview pass below the planned 45% once ≥10 interviews are 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(15 min, low end of Indeed’s 15–30 min range)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 is Poland's largest job board (762,827 offers in 2025); ~2,000 Polish trade workers already commute to Brandenburg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≥10 qualified at ≤€200. Kill: &lt;7, &gt;€270 per qualified, or fewer than the planned 14% pass the language call after 30 calls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211 records cost ~€14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≤0.75× plan with free slots → +25%/wk from reserve; ≥1.5× → cut 50%; ≥2× → off. Zero qualified at €750 → off where ≥3 were expected; low-yield cells → off if applications are &lt;50% of plan. Next week forecast &gt;55 qualified → pause the costliest cells; &lt;50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below plan (electricians 50%) once ≥10 interviews are in → tighter knock-outs, pre-screen calls, ask +9 slots, re-run the model (pass 10% worse = ~92 hires). 2) Electrician supply: profile decision + I2's two-week read on 9 Nov; if killed → programmatic picks up the gap: all 30 still possible (model run with I2 off), budget €127.5k, electricians at €1,529 per hire. 3) The 12 tests' cost per application and share qualified → re-rank on Assumptions §7. Week 4 (16 Nov): acceptance below plan (70%) once ≥7 offers are out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2026-10-09T08:05:37Z</dcterms:created>
  <dcterms:modified xsi:type="dcterms:W3CDTF">2026-10-09T08:05:37Z</dcterms:modified>
</cp:coreProperties>
</file>