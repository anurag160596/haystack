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0998aca1-4dac-cff6-32c5-15b63094eb61}">
          <p14:sldIdLst>
            <p14:sldId id="256"/>
          </p14:sldIdLst>
        </p14:section>
        <p14:section name="Part 1 Funnel" id="{c695d7fc-de8a-33fd-3ff1-d60996bf1a7f}">
          <p14:sldIdLst>
            <p14:sldId id="257"/>
            <p14:sldId id="258"/>
          </p14:sldIdLst>
        </p14:section>
        <p14:section name="Part 2 Channels &amp; budget" id="{07c2f6a0-4e86-45a7-661e-60b8cfdfc42d}">
          <p14:sldIdLst>
            <p14:sldId id="259"/>
            <p14:sldId id="260"/>
            <p14:sldId id="261"/>
          </p14:sldIdLst>
        </p14:section>
        <p14:section name="Part 3 New sources" id="{20f604ac-afa6-484c-24a4-720bf32dbb7a}">
          <p14:sldIdLst>
            <p14:sldId id="262"/>
          </p14:sldIdLst>
        </p14:section>
        <p14:section name="Part 4 Run it" id="{3a89b1d8-151f-1abe-2a65-ad443650bf5a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possible by 31 Dec if one input is 30% worse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Hires possible by 31 Dec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 case</c:v>
                  </c:pt>
                  <c:pt idx="1">
                    <c:v>Pass rate ×0.7</c:v>
                  </c:pt>
                  <c:pt idx="2">
                    <c:v>Acceptance ×0.7</c:v>
                  </c:pt>
                  <c:pt idx="3">
                    <c:v>Share qualified ×0.7</c:v>
                  </c:pt>
                  <c:pt idx="4">
                    <c:v>Cost per app ×1.3</c:v>
                  </c:pt>
                  <c:pt idx="5">
                    <c:v>Capacity ×0.7 (given)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71</c:v>
                </c:pt>
                <c:pt idx="2">
                  <c:v>71</c:v>
                </c:pt>
                <c:pt idx="3">
                  <c:v>100</c:v>
                </c:pt>
                <c:pt idx="4">
                  <c:v>100</c:v>
                </c:pt>
                <c:pt idx="5">
                  <c:v>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Cash out by week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 (€750 per channel)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3600</c:v>
                </c:pt>
                <c:pt idx="1">
                  <c:v>5400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Paid media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6858</c:v>
                </c:pt>
                <c:pt idx="1">
                  <c:v>11006</c:v>
                </c:pt>
                <c:pt idx="2">
                  <c:v>13646</c:v>
                </c:pt>
                <c:pt idx="3">
                  <c:v>13639</c:v>
                </c:pt>
                <c:pt idx="4">
                  <c:v>14018</c:v>
                </c:pt>
                <c:pt idx="5">
                  <c:v>13247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StepStone ads + set-up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7396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Referral bonuses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888</c:v>
                </c:pt>
                <c:pt idx="4">
                  <c:v>1559</c:v>
                </c:pt>
                <c:pt idx="5">
                  <c:v>1983</c:v>
                </c:pt>
                <c:pt idx="6">
                  <c:v>2032</c:v>
                </c:pt>
                <c:pt idx="7">
                  <c:v>2082</c:v>
                </c:pt>
                <c:pt idx="8">
                  <c:v>2434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€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by role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Recommended (€117.5k)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Electricians</c:v>
                  </c:pt>
                  <c:pt idx="1">
                    <c:v>Mechatronics</c:v>
                  </c:pt>
                  <c:pt idx="2">
                    <c:v>Automation</c:v>
                  </c:pt>
                  <c:pt idx="3">
                    <c:v>Supervisors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45</c:v>
                </c:pt>
                <c:pt idx="2">
                  <c:v>15</c:v>
                </c:pt>
                <c:pt idx="3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30% less (€82.25k)</c:v>
                </c:pt>
              </c:strCache>
            </c:strRef>
          </c:tx>
          <c:spPr>
            <a:solidFill>
              <a:srgbClr val="B5452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Electricians</c:v>
                  </c:pt>
                  <c:pt idx="1">
                    <c:v>Mechatronics</c:v>
                  </c:pt>
                  <c:pt idx="2">
                    <c:v>Automation</c:v>
                  </c:pt>
                  <c:pt idx="3">
                    <c:v>Supervisors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20.6</c:v>
                </c:pt>
                <c:pt idx="1">
                  <c:v>44.7</c:v>
                </c:pt>
                <c:pt idx="2">
                  <c:v>14.5</c:v>
                </c:pt>
                <c:pt idx="3">
                  <c:v>6.8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one-page summary. All figures come from the model's Summary, Budget and Funnel tabs.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Uptime · hypothetical case · all figures from Operation_Uptime_Model.xlsx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5 · SUMMARY FOR THE HEAD OF TALENT ACQUISITION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€117.5k signs 100 maintenance hires by 31 Dec, if the client can assess 55 a week</a:t>
            </a:r>
            <a:endParaRPr lang="en-US" sz="2200" dirty="0"/>
          </a:p>
        </p:txBody>
      </p:sp>
      <p:sp>
        <p:nvSpPr>
          <p:cNvPr id="4" name="stat0"/>
          <p:cNvSpPr/>
          <p:nvPr/>
        </p:nvSpPr>
        <p:spPr>
          <a:xfrm>
            <a:off x="457200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€117.5k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budget: €99.8k plan + €17.7k reserve, released only on results</a:t>
            </a:r>
            <a:endParaRPr lang="en-US" sz="950" dirty="0"/>
          </a:p>
        </p:txBody>
      </p:sp>
      <p:sp>
        <p:nvSpPr>
          <p:cNvPr id="7" name="stat1"/>
          <p:cNvSpPr/>
          <p:nvPr/>
        </p:nvSpPr>
        <p:spPr>
          <a:xfrm>
            <a:off x="1764792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56232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€998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856232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media cost per hire (€1,175 if the reserve is spent)</a:t>
            </a:r>
            <a:endParaRPr lang="en-US" sz="950" dirty="0"/>
          </a:p>
        </p:txBody>
      </p:sp>
      <p:sp>
        <p:nvSpPr>
          <p:cNvPr id="10" name="stat2"/>
          <p:cNvSpPr/>
          <p:nvPr/>
        </p:nvSpPr>
        <p:spPr>
          <a:xfrm>
            <a:off x="3072384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63824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163824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of 314 assessment slots used: capacity, not money, is the limit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9718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Plan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€750 test in every paid channel in weeks 1–2, then buy hires cheapest first.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Three new sources bring ~42 hires: past applicants + referrals, construction electricians, Polish border towns.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Pace ≤55 qualified a week; applications until Tue 24 Nov, signatures by Fri 18 Dec.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How sure: 100 if funnel rates hold; pass rate 10% worse → ~92; 30% less budget → ~87.</a:t>
            </a:r>
            <a:endParaRPr lang="en-US" sz="1200" dirty="0"/>
          </a:p>
        </p:txBody>
      </p:sp>
      <p:graphicFrame>
        <p:nvGraphicFramePr>
          <p:cNvPr id="2" name="hire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188720"/>
          <a:ext cx="3931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685800"/>
                <a:gridCol w="91440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€38.0k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€1,266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€28.9k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€643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€1,158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€99.8k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€998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risks"/>
          <p:cNvSpPr/>
          <p:nvPr/>
        </p:nvSpPr>
        <p:spPr>
          <a:xfrm>
            <a:off x="8686800" y="1188720"/>
            <a:ext cx="3044952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298448"/>
            <a:ext cx="256032" cy="25603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144000" y="128016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Top 3 risks → what I'll do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8823960" y="1645920"/>
            <a:ext cx="27889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Assessment capacity: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pace ≤55 a week, pre-screened sources first, ask for +9 slots.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Electrician supply: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construction-electrician route needs your OK by 23 Oct; without it €127.5k.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Christmas: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offers within 3 days, e-signature, stop spend Tue 24 Nov.</a:t>
            </a:r>
            <a:endParaRPr lang="en-US" sz="1100" dirty="0"/>
          </a:p>
        </p:txBody>
      </p:sp>
      <p:sp>
        <p:nvSpPr>
          <p:cNvPr id="19" name="asks"/>
          <p:cNvSpPr/>
          <p:nvPr/>
        </p:nvSpPr>
        <p:spPr>
          <a:xfrm>
            <a:off x="8686800" y="3977640"/>
            <a:ext cx="3044952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4087368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144000" y="406908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 need from you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8778240" y="4407408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55 assessments a week (+9 if possible)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Day-1 export of past applicants (GDPR-checked)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€1,000 referral bonus + one staff message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Construction-electrician decision by 23 Oct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Approve €117.5k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BUILD THE FUNNEL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back from 100 hires: ~308 qualified applicants for 314 assessment slots</a:t>
            </a:r>
            <a:endParaRPr lang="en-US" sz="2200" dirty="0"/>
          </a:p>
        </p:txBody>
      </p:sp>
      <p:graphicFrame>
        <p:nvGraphicFramePr>
          <p:cNvPr id="3" name="fu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7498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40080"/>
                <a:gridCol w="914400"/>
                <a:gridCol w="960120"/>
                <a:gridCol w="868680"/>
                <a:gridCol w="868680"/>
                <a:gridCol w="96012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App → qualified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Qualified → passed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Passed → offer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Offer → signed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Qualified needed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Applications needed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381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485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53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23%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311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1,260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Where the rates come from: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IAB (about 1 in 4 applications is suitable), Gem (interview pass rates), German offer-acceptance surveys. Each one is labelled on the Assumptions tab.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93776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Latest useful application: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work back from the last signature, Fri 18 Dec: offer → signed 7 days, interview → offer 3, assessment → interview 8, application → assessment 6. So applications must arrive by Tue 24 Nov (supervisors Tue 17 Nov).</a:t>
            </a:r>
            <a:endParaRPr lang="en-US" sz="1200" dirty="0"/>
          </a:p>
        </p:txBody>
      </p:sp>
      <p:sp>
        <p:nvSpPr>
          <p:cNvPr id="7" name="capacity"/>
          <p:cNvSpPr/>
          <p:nvPr/>
        </p:nvSpPr>
        <p:spPr>
          <a:xfrm>
            <a:off x="8229600" y="1188720"/>
            <a:ext cx="3502152" cy="4846320"/>
          </a:xfrm>
          <a:prstGeom prst="roundRect">
            <a:avLst>
              <a:gd name="adj" fmla="val 20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0" y="1325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Capacity check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17373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2651760"/>
            <a:ext cx="3154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308 qualified applicants in the plan (from 1,619 applications) against 314 slots: 55 a week × 40 assessment days ÷ 7.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plan fits, but with almost no headroom. Every week is paced to stay within 55 (Weekly tab).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chemeClr val="tx2"/>
                </a:solidFill>
              </a:rPr>
              <a:t>Why 308, not 311: referrals and past applicants convert better than the table's standard rates, so the plan needs slightly fewer.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HARDEST ROLE AND MOST SENSITIVE ASSUMPTION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Electricians are hardest; a 30% worse pass rate costs ~29 hires that money can't buy back</a:t>
            </a:r>
            <a:endParaRPr lang="en-US" sz="2200" dirty="0"/>
          </a:p>
        </p:txBody>
      </p:sp>
      <p:sp>
        <p:nvSpPr>
          <p:cNvPr id="4" name="hardest"/>
          <p:cNvSpPr/>
          <p:nvPr/>
        </p:nvSpPr>
        <p:spPr>
          <a:xfrm>
            <a:off x="457200" y="1188720"/>
            <a:ext cx="539496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50292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Why electricians are hardest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Scarcest trade in Brandenburg: 85.7% of vacancies have no suitable unemployed candidate, against 41.4% across all jobs (KOFA 2026).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The biggest scarce block: 30 hires, 38% of the money.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back door: no Polish route, and foreign-trained electricians need 2–4 months of recognition.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Supervisors cost more per hire but are only 10, with internal promotion as a fallback.</a:t>
            </a:r>
            <a:endParaRPr lang="en-US" sz="1300" dirty="0"/>
          </a:p>
        </p:txBody>
      </p:sp>
      <p:graphicFrame>
        <p:nvGraphicFramePr>
          <p:cNvPr id="6" name="sensChart" descr=""/>
          <p:cNvGraphicFramePr/>
          <p:nvPr/>
        </p:nvGraphicFramePr>
        <p:xfrm>
          <a:off x="6126480" y="1188720"/>
          <a:ext cx="5605272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126480" y="4526280"/>
            <a:ext cx="56052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Most sensitive: the pass rate.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30% worse means 440 qualified applicants for 314 slots, so only ~71 can be hired; spending more doesn't help. Acceptance ties, but fast offers protect it; the pass rate depends on the plant's own test and is only known after interviews (week-2 check). A weaker share qualified or dearer clicks only cost money (+43% / +30% media), not hires.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CHANNELS, RANKED BY COST PER HIRE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role buys its hires cheapest cost-per-hire first</a:t>
            </a:r>
            <a:endParaRPr lang="en-US" sz="2200" dirty="0"/>
          </a:p>
        </p:txBody>
      </p:sp>
      <p:graphicFrame>
        <p:nvGraphicFramePr>
          <p:cNvPr id="5" name="cha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78638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023360"/>
                <a:gridCol w="1097280"/>
                <a:gridCol w="914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Why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per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Organic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Free: careers site, BA Jobbörse, Google for Jobs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20.3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Rediscovery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Past applicants, already screened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4.6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Polish corridor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Large pool across the border (≤40% of mechatronics)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Referrals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Staff know the job; €1,000 bonus on signing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€1,000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Handwerk→Industrie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Construction electricians: a new pool for the hardest 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€1,329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8.4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StepStone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Germany's main CV job board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€1,564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LinkedIn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PLC and Meister profiles (automation, supervisors)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€1,687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16.1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Meta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Reaches people who aren't job-hunting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€1,963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13.3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Programmatic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Indeed and other boards, paid per application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€2,317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Google Search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High intent, but the dearest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€3,393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hanNotes"/>
          <p:cNvSpPr/>
          <p:nvPr/>
        </p:nvSpPr>
        <p:spPr>
          <a:xfrm>
            <a:off x="8595360" y="1188720"/>
            <a:ext cx="3136392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778240" y="1325880"/>
            <a:ext cx="28346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How it works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Cost per hire = cost per application ÷ share qualified ÷ qualified → signed.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Each channel is capped by how many people in the local talent pool it can reach.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Every paid channel gets a €750 test first; the dearest (Search, most programmatic) stay at test level.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BUDGET, ALLOCATION AND PHASING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€99.8k planned across roles and weeks, plus a €17.7k reserve</a:t>
            </a:r>
            <a:endParaRPr lang="en-US" sz="2200" dirty="0"/>
          </a:p>
        </p:txBody>
      </p:sp>
      <p:graphicFrame>
        <p:nvGraphicFramePr>
          <p:cNvPr id="4" name="cashChart" descr=""/>
          <p:cNvGraphicFramePr/>
          <p:nvPr/>
        </p:nvGraphicFramePr>
        <p:xfrm>
          <a:off x="457200" y="1188720"/>
          <a:ext cx="65836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budget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188720"/>
          <a:ext cx="43251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60120"/>
                <a:gridCol w="868680"/>
                <a:gridCol w="11247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€38.0k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€1,266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€28.9k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€643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€1,158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€99.8k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€998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06640" y="3886200"/>
            <a:ext cx="43251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Testing: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€9.0k in weeks 1–2 (€750 per paid channel and role).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Moving money: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weak channels cut from Mon 2 Nov; tests judged by Mon 9 Nov.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Reserve: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€17.7k (15% + rounding), released from week 3 only on results.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Spend stops: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24 Nov, the last useful application date.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502920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2"/>
                </a:solidFill>
              </a:rPr>
              <a:t>Weeks 1–2 carry the tests, StepStone ads and set-up; weekly spend then follows the pacing that keeps assessments within 55 a week.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WHAT A SMALLER BUDGET BUYS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 less (€82.25k) signs ~87; electricians fall short first</a:t>
            </a:r>
            <a:endParaRPr lang="en-US" sz="2200" dirty="0"/>
          </a:p>
        </p:txBody>
      </p:sp>
      <p:graphicFrame>
        <p:nvGraphicFramePr>
          <p:cNvPr id="4" name="scenChart" descr=""/>
          <p:cNvGraphicFramePr/>
          <p:nvPr/>
        </p:nvGraphicFramePr>
        <p:xfrm>
          <a:off x="457200" y="118872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ce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188720"/>
          <a:ext cx="4233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05840"/>
                <a:gridCol w="13990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Budget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per hire (all-in)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Recommended · €117.50k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€1,175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30% less · €82.25k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€949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98080" y="2377440"/>
            <a:ext cx="42336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Rule: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cut the most expensive cost-per-hire channels first; keep the reserve at 15%.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Falls short first: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electricians 20.6 of 30, supervisors 6.8 of 10, automation 14.5 of 15, mechatronics 44.7 of 45.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I'd tell the client: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last €35.25k buys ~13 hires, mostly electricians, the people who keep the lines running. Keep it. If you must cut, cover supervisors by internal promotion and protect electricians.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3 · NEW SOURCES BEYOND THE USUAL PAID CHANNELS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sources supply ~42 of the 100 hires, one built for electricians</a:t>
            </a:r>
            <a:endParaRPr lang="en-US" sz="2200" dirty="0"/>
          </a:p>
        </p:txBody>
      </p:sp>
      <p:sp>
        <p:nvSpPr>
          <p:cNvPr id="4" name="init0"/>
          <p:cNvSpPr/>
          <p:nvPr/>
        </p:nvSpPr>
        <p:spPr>
          <a:xfrm>
            <a:off x="457200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98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I1 · ATS rediscovery + referral sprint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211 past runners-up (consented, last year) + staff referrals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Email + SMS waves on days 2, 7 and 14; €1,000 bonus per signed referral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Already screened and already wanted Tesla; ~€3 per application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€63 + €11.0k bonuses → 25 re-apps + 66 referrals → ~42 qualified → ~16 hires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Wed 21 Oct – Tue 3 Nov (waves 1–3): €63. Pass: ≥10 qualified. Kill: &lt;6 → no further re-contacts; bonus stays live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copy, segments, tracked links. Client: GDPR-checked export, bonus approval, one staff message</a:t>
            </a:r>
            <a:endParaRPr lang="en-US" sz="1200" dirty="0"/>
          </a:p>
        </p:txBody>
      </p:sp>
      <p:sp>
        <p:nvSpPr>
          <p:cNvPr id="8" name="init1"/>
          <p:cNvSpPr/>
          <p:nvPr/>
        </p:nvSpPr>
        <p:spPr>
          <a:xfrm>
            <a:off x="4279392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29844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54880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I2 · Handwerk → Industrie (electricians)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16552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~10,000 construction electricians within 75 km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Social and search ads with a 6-question quiz; Tesla runs a 2–4 week bridge course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Certified electricians who never search for plant jobs; doubles the hardest pool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118 apps × €84 = €9.9k + €1.2k set-up → 30 qualified × 28% = 8.4 hires (€1,329/hire)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Fri 23 Oct – Thu 5 Nov (read Mon 9 Nov): €3.9k. Pass: ≥4 qualified at ≤€500. Kill: &lt;3, &gt;€670 per qualified, or profile rejected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ads, quiz, copy; live 23 Oct. Client: profile sign-off by 23 Oct, bridge plan</a:t>
            </a:r>
            <a:endParaRPr lang="en-US" sz="1200" dirty="0"/>
          </a:p>
        </p:txBody>
      </p:sp>
      <p:sp>
        <p:nvSpPr>
          <p:cNvPr id="12" name="init2"/>
          <p:cNvSpPr/>
          <p:nvPr/>
        </p:nvSpPr>
        <p:spPr>
          <a:xfrm>
            <a:off x="8101584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12984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77072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I3 · Polish border corridor + pre-screener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8238744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Mechatronics workers in Polish border towns, 60–130 km away (EU)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Polish job boards and Meta; a Polish-speaking freelancer phones each applicant (15 min)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~2,000 Polish trade workers already commute to Brandenburg; the call checks language before using our slots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346 apps × €18.75 + €400 → 48 qualified × 37% = 18.0 hires (40% of mech, cap 40%)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27 Oct – Mon 9 Nov (freelancer starts 27 Oct): €2.5k. Pass: ≥9 qualified at ≤€200. Kill: &lt;5, &gt;€270 per qualified, or too few pass the language call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ads, freelancer, call script. Client: approve the Polish ads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5349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Repeatable Joveo product: ATS rediscovery.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Every employer holds consenting past applicants that nobody re-markets. Here 211 records cost ~€14 per hire and fill week-1 slots. Joveo could add them as one more tracked source in any market, with no local staff.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4 · RUN IT WEEK BY WEEK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by source × role weekly, move money on rules, test the riskiest assumptions early</a:t>
            </a:r>
            <a:endParaRPr lang="en-US" sz="2200" dirty="0"/>
          </a:p>
        </p:txBody>
      </p:sp>
      <p:sp>
        <p:nvSpPr>
          <p:cNvPr id="4" name="quad0"/>
          <p:cNvSpPr/>
          <p:nvPr/>
        </p:nvSpPr>
        <p:spPr>
          <a:xfrm>
            <a:off x="457200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167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Track (every Monday)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Spend → applications → qualified → assessed → passed → offers → signed, by source × role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Data: Joveo tracked links + Monday ATS export (source tag), recruiter codes, pre-screener sheet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Tracker tab turns this into decisions and a hire forecast</a:t>
            </a:r>
            <a:endParaRPr lang="en-US" sz="1250" dirty="0"/>
          </a:p>
        </p:txBody>
      </p:sp>
      <p:sp>
        <p:nvSpPr>
          <p:cNvPr id="8" name="quad1"/>
          <p:cNvSpPr/>
          <p:nvPr/>
        </p:nvSpPr>
        <p:spPr>
          <a:xfrm>
            <a:off x="6144768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3167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47688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Money rules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281928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Judge a channel only after €500 or 30 applications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20% cheaper than plan → +25% a week from the reserve; 50% dearer → halve; 2× → off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Over 55 qualified next week → pause the dearest; under 50 → release reserve</a:t>
            </a:r>
            <a:endParaRPr lang="en-US" sz="1250" dirty="0"/>
          </a:p>
        </p:txBody>
      </p:sp>
      <p:sp>
        <p:nvSpPr>
          <p:cNvPr id="12" name="quad2"/>
          <p:cNvSpPr/>
          <p:nvPr/>
        </p:nvSpPr>
        <p:spPr>
          <a:xfrm>
            <a:off x="457200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22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60120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Check by Mon 2 Nov (confirm 9 Nov)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Pass rate after 10 interviews: if low → sharper screening, more slots (10% lower ≈ 92 hires)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Construction electricians: if stopped, programmatic fills the gap (€127.5k)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Real test costs: re-rank channels; acceptance read after 5 offers</a:t>
            </a:r>
            <a:endParaRPr lang="en-US" sz="1250" dirty="0"/>
          </a:p>
        </p:txBody>
      </p:sp>
      <p:sp>
        <p:nvSpPr>
          <p:cNvPr id="16" name="quad3"/>
          <p:cNvSpPr/>
          <p:nvPr/>
        </p:nvSpPr>
        <p:spPr>
          <a:xfrm>
            <a:off x="6144768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92277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47688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five things in week 1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281928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Tue 20 Oct: kick-off with client; lock slots, 18 Dec date, bonus; request ATS export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Tue–Wed: launch channels and tests with tracked links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Wed 21 Oct: past-applicant wave 1 + referral launch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Wed–Fri: Polish ads + freelancer; construction campaign live 23 Oct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Mon 26 Oct: first read-out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ration Uptime">
  <a:themeElements>
    <a:clrScheme name="Operation Uptime">
      <a:dk1>
        <a:srgbClr val="1C2833"/>
      </a:dk1>
      <a:lt1>
        <a:srgbClr val="FFFFFF"/>
      </a:lt1>
      <a:dk2>
        <a:srgbClr val="3D4F5F"/>
      </a:dk2>
      <a:lt2>
        <a:srgbClr val="EEF2F5"/>
      </a:lt2>
      <a:accent1>
        <a:srgbClr val="E8A317"/>
      </a:accent1>
      <a:accent2>
        <a:srgbClr val="1F8A70"/>
      </a:accent2>
      <a:accent3>
        <a:srgbClr val="B5452F"/>
      </a:accent3>
      <a:accent4>
        <a:srgbClr val="5D6D7E"/>
      </a:accent4>
      <a:accent5>
        <a:srgbClr val="D6DEE5"/>
      </a:accent5>
      <a:accent6>
        <a:srgbClr val="264653"/>
      </a:accent6>
      <a:hlink>
        <a:srgbClr val="1F6FB2"/>
      </a:hlink>
      <a:folHlink>
        <a:srgbClr val="6B4E9B"/>
      </a:folHlink>
    </a:clrScheme>
    <a:fontScheme name="Operation Upti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 Uptime</dc:title>
  <dc:subject>Operation Uptime case study</dc:subject>
  <dc:creator/>
  <cp:lastModifiedBy/>
  <cp:revision>1</cp:revision>
  <dcterms:created xsi:type="dcterms:W3CDTF">2026-10-09T13:43:10Z</dcterms:created>
  <dcterms:modified xsi:type="dcterms:W3CDTF">2026-10-09T13:43:10Z</dcterms:modified>
</cp:coreProperties>
</file>