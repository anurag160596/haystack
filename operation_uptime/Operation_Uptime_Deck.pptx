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c5e66185-e052-c6fd-c8a7-31dac0f97e56}">
          <p14:sldIdLst>
            <p14:sldId id="256"/>
          </p14:sldIdLst>
        </p14:section>
        <p14:section name="Part 1 Funnel" id="{c5316525-4025-b99a-d43d-b630e7c019bb}">
          <p14:sldIdLst>
            <p14:sldId id="257"/>
            <p14:sldId id="258"/>
          </p14:sldIdLst>
        </p14:section>
        <p14:section name="Part 2 Channels &amp; budget" id="{f24e8158-79ea-d641-ea0a-4000824fb5d6}">
          <p14:sldIdLst>
            <p14:sldId id="259"/>
            <p14:sldId id="260"/>
            <p14:sldId id="261"/>
          </p14:sldIdLst>
        </p14:section>
        <p14:section name="Part 3 New sources" id="{3c8582b9-4814-f252-04e7-3435ec1032ea}">
          <p14:sldIdLst>
            <p14:sldId id="262"/>
          </p14:sldIdLst>
        </p14:section>
        <p14:section name="Part 4 Run it" id="{e0427f7c-8c26-3458-b37b-8a22e1e2ca4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6858</c:v>
                </c:pt>
                <c:pt idx="1">
                  <c:v>11006</c:v>
                </c:pt>
                <c:pt idx="2">
                  <c:v>13646</c:v>
                </c:pt>
                <c:pt idx="3">
                  <c:v>13639</c:v>
                </c:pt>
                <c:pt idx="4">
                  <c:v>14018</c:v>
                </c:pt>
                <c:pt idx="5">
                  <c:v>13247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888</c:v>
                </c:pt>
                <c:pt idx="4">
                  <c:v>1559</c:v>
                </c:pt>
                <c:pt idx="5">
                  <c:v>1983</c:v>
                </c:pt>
                <c:pt idx="6">
                  <c:v>2032</c:v>
                </c:pt>
                <c:pt idx="7">
                  <c:v>2082</c:v>
                </c:pt>
                <c:pt idx="8">
                  <c:v>2434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(€117.5k)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(€82.25k)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20.6</c:v>
                </c:pt>
                <c:pt idx="1">
                  <c:v>44.7</c:v>
                </c:pt>
                <c:pt idx="2">
                  <c:v>14.5</c:v>
                </c:pt>
                <c:pt idx="3">
                  <c:v>6.8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€99.8k plan + €17.7k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€998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(€1,175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every paid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qualified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€127.5k.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€117.5k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1,619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biggest scarce block: 30 hires, 38% of the money.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Supervisors cost more per hire but are only 10, with internal promotion as a fallback.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72000"/>
            <a:ext cx="56052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30% worse means 440 qualified applicants for 314 slots, so only ~71 can be hired. Spending more doesn't help. A weaker share qualified or dearer clicks only cost money (+43% / +30% media), not hires.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10972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per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€1,963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8595360" y="1188720"/>
            <a:ext cx="3136392" cy="484632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325880"/>
            <a:ext cx="28346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Every paid channel gets a €750 test first; the dearest (Search, most programmatic) stay at test level.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Joveo upside: Joveo's own manufacturing cases cut cost per application 17–32%; on programmatic that takes the budget to €107.5k–€112.5k.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€99.8k planned across roles and weeks, plus a €17.7k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€9.0k in weeks 1–2 (€750 per paid channel and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€17.7k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Spend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Weeks 1–2 carry the tests, StepStone ads and set-up; weekly spend then follows the pacing that keeps assessments within 55 a week.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(€82.25k)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€117.50k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€99.88k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€82.25k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€58.75k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3291840"/>
            <a:ext cx="42336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20.6 of 30, supervisors 6.8 of 10, automation 14.5 of 15, mechatronics 44.7 of 45.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€35.25k buys ~13 hires, mostly electricians, the people who keep the lines running. Keep it. If you must cut, cover supervisors by internal promotion and protect electricians.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and already wanted Tesla;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€63 + €11.0k bonuses → 25 re-apps + 66 referrals → ~42 qualified → ~16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€63. Pass: ≥10 qualified. Kill: &lt;6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segments, tracked links. Client: GDPR-checked export,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€3.9k. Pass: ≥4 qualified at ≤€500. Kill: &lt;3, &gt;€670 per qualified, or profile rejected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quiz, copy;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~2,000 Polish trade workers already commute to Brandenburg; the call checks language before using our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freelancer, call script. Client: approve the Polish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holds consenting past applicants that nobody re-markets. Here 211 records cost ~€14 per hire and fill week-1 slots. Joveo could add them as one more tracked source in any market, with no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Spend → applications → qualified → assessed → passed → offers → signed, by source × role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 after 10 interviews: if low → sharper screening,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(€127.5k)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Polish ads + freelancer;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2026-10-09T10:42:19Z</dcterms:created>
  <dcterms:modified xsi:type="dcterms:W3CDTF">2026-10-09T10:42:19Z</dcterms:modified>
</cp:coreProperties>
</file>